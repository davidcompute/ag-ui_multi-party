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18f26bfed674bb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c02e6dad9d6d42ec"/>
  </p:sldMasterIdLst>
  <p:sldIdLst>
    <p:sldId id="256" r:id="R5870bc69cc5148ec"/>
    <p:sldId id="257" r:id="R7d8bbbdd57124c80"/>
    <p:sldId id="258" r:id="R60be6b59826c4363"/>
  </p:sldIdLst>
  <p:sldSz cx="12192000" cy="6858000" type="screen16x9"/>
  <p:notesSz cx="6858000" cy="12192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e6dad9d6d42ec" /><Relationship Type="http://schemas.openxmlformats.org/officeDocument/2006/relationships/slide" Target="/ppt/slides/slide1.xml" Id="R5870bc69cc5148ec" /><Relationship Type="http://schemas.openxmlformats.org/officeDocument/2006/relationships/slide" Target="/ppt/slides/slide2.xml" Id="R7d8bbbdd57124c80" /><Relationship Type="http://schemas.openxmlformats.org/officeDocument/2006/relationships/slide" Target="/ppt/slides/slide3.xml" Id="R60be6b59826c436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729d6bb984c0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cf26751be4dd2" /><Relationship Type="http://schemas.openxmlformats.org/officeDocument/2006/relationships/theme" Target="/ppt/slideMasters/theme/theme1.xml" Id="R68a38e2e4ce446dd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684cf26751be4dd2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知聚主题">
  <a:themeElements>
    <a:clrScheme name="知聚配色">
      <a:dk1>
        <a:sysClr val="windowText" lastClr="000000"/>
      </a:dk1>
      <a:lt1>
        <a:sysClr val="window" lastClr="FFFFFF"/>
      </a:lt1>
      <a:dk2>
        <a:srgbClr val="333333"/>
      </a:dk2>
      <a:lt2>
        <a:srgbClr val="E8EEF7"/>
      </a:lt2>
      <a:accent1>
        <a:srgbClr val="1F3864"/>
      </a:accent1>
      <a:accent2>
        <a:srgbClr val="2E5C9A"/>
      </a:accent2>
      <a:accent3>
        <a:srgbClr val="C8A24A"/>
      </a:accent3>
      <a:accent4>
        <a:srgbClr val="E8EEF7"/>
      </a:accent4>
      <a:accent5>
        <a:srgbClr val="2E5C9A"/>
      </a:accent5>
      <a:accent6>
        <a:srgbClr val="1F3864"/>
      </a:accent6>
      <a:hlink>
        <a:srgbClr val="0563C1"/>
      </a:hlink>
      <a:folHlink>
        <a:srgbClr val="954F72"/>
      </a:folHlink>
    </a:clrScheme>
    <a:fontScheme name="知聚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知聚样式">
      <a:fillStyleLst>
        <a:solidFill>
          <a:srgbClr val="FFFFFF"/>
        </a:solidFill>
        <a:solidFill>
          <a:srgbClr val="E8EEF7"/>
        </a:solidFill>
        <a:solidFill>
          <a:srgbClr val="1F3864"/>
        </a:solidFill>
      </a:fillStyleLst>
      <a:lnStyleLst>
        <a:ln w="6350" cap="flat" cmpd="sng" algn="ctr">
          <a:solidFill>
            <a:srgbClr val="1F3864"/>
          </a:solidFill>
          <a:prstDash val="solid"/>
        </a:ln>
        <a:ln w="6350" cap="flat" cmpd="sng" algn="ctr">
          <a:solidFill>
            <a:srgbClr val="2E5C9A"/>
          </a:solidFill>
          <a:prstDash val="solid"/>
        </a:ln>
        <a:ln w="6350" cap="flat" cmpd="sng" algn="ctr">
          <a:solidFill>
            <a:srgbClr val="C8A24A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E8EEF7"/>
        </a:solidFill>
        <a:solidFill>
          <a:srgbClr val="1F3864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77fcd96244e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fddaf4000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877b771549e7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064000" y="0"/>
            <a:ext cx="114300" cy="6858000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4749800" y="1900000"/>
            <a:ext cx="6604000" cy="2600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4000" b="1" dirty="0">
                <a:solidFill>
                  <a:srgbClr val="1F3864"/>
                </a:solidFill>
                <a:latin typeface="微软雅黑"/>
                <a:ea typeface="微软雅黑"/>
              </a:rPr>
              <a:t>长表分页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38200" y="457200"/>
            <a:ext cx="10515600" cy="762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1F3864"/>
                </a:solidFill>
                <a:latin typeface="微软雅黑"/>
                <a:ea typeface="微软雅黑"/>
              </a:rPr>
              <a:t>明细（1/2）</a:t>
            </a:r>
          </a:p>
        </p:txBody>
      </p:sp>
      <p:sp>
        <p:nvSpPr>
          <p:cNvPr id="3" name="Rect 3"/>
          <p:cNvSpPr/>
          <p:nvPr/>
        </p:nvSpPr>
        <p:spPr>
          <a:xfrm>
            <a:off x="838200" y="1276350"/>
            <a:ext cx="838200" cy="45720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Table"/>
          <p:cNvGraphicFramePr/>
          <p:nvPr/>
        </p:nvGraphicFramePr>
        <p:xfrm>
          <a:off x="838200" y="1524000"/>
          <a:ext cx="10515600" cy="4480560"/>
        </p:xfrm>
        <a:graphic>
          <a:graphicData uri="http://schemas.openxmlformats.org/drawingml/2006/table">
            <a:tbl>
              <a:tblPr firstRow="1" bandRow="0"/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</a:t>
                      </a:r>
                    </a:p>
                  </a:txBody>
                  <a:tcPr marL="91440" marR="91440" marT="45720" marB="4572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solidFill>
                      <a:srgbClr val="1F3864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项目4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R6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项目6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R8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项目8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R10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项目10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R12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项目12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R14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项目14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R16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项目16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R18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项目18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ect 5"/>
          <p:cNvSpPr/>
          <p:nvPr/>
        </p:nvSpPr>
        <p:spPr>
          <a:xfrm>
            <a:off x="10896600" y="6172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A24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0896600" y="6172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838200" y="457200"/>
            <a:ext cx="10515600" cy="762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1F3864"/>
                </a:solidFill>
                <a:latin typeface="微软雅黑"/>
                <a:ea typeface="微软雅黑"/>
              </a:rPr>
              <a:t>明细（2/2）</a:t>
            </a:r>
          </a:p>
        </p:txBody>
      </p:sp>
      <p:sp>
        <p:nvSpPr>
          <p:cNvPr id="3" name="Rect 3"/>
          <p:cNvSpPr/>
          <p:nvPr/>
        </p:nvSpPr>
        <p:spPr>
          <a:xfrm>
            <a:off x="838200" y="1276350"/>
            <a:ext cx="838200" cy="45720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Table"/>
          <p:cNvGraphicFramePr/>
          <p:nvPr/>
        </p:nvGraphicFramePr>
        <p:xfrm>
          <a:off x="838200" y="1524000"/>
          <a:ext cx="10515600" cy="3267189"/>
        </p:xfrm>
        <a:graphic>
          <a:graphicData uri="http://schemas.openxmlformats.org/drawingml/2006/table">
            <a:tbl>
              <a:tblPr firstRow="1" bandRow="0"/>
              <a:tblGrid>
                <a:gridCol w="3505200"/>
                <a:gridCol w="3505200"/>
                <a:gridCol w="3505200"/>
              </a:tblGrid>
              <a:tr h="347613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14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</a:t>
                      </a:r>
                    </a:p>
                  </a:txBody>
                  <a:tcPr marL="91440" marR="91440" marT="45720" marB="4572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14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14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solidFill>
                      <a:srgbClr val="1F3864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R20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项目20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R22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项目22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R24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项目24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R26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项目26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R28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项目28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4329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R30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项目30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这是一段较长的说明文字，用来把单元格塞满以触发换行</a:t>
                      </a:r>
                    </a:p>
                  </a:txBody>
                  <a:tcPr marL="91440" marR="91440" marT="45720" marB="45720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ect 5"/>
          <p:cNvSpPr/>
          <p:nvPr/>
        </p:nvSpPr>
        <p:spPr>
          <a:xfrm>
            <a:off x="10896600" y="6172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8A24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0896600" y="6172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